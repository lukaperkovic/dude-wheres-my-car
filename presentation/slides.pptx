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62" r:id="rId6"/>
    <p:sldId id="260" r:id="rId7"/>
    <p:sldId id="261" r:id="rId8"/>
    <p:sldId id="263" r:id="rId9"/>
    <p:sldId id="264" r:id="rId10"/>
    <p:sldId id="25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C31AAA-BF5C-4660-983D-A33BAAE699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379268-1DF4-45D7-941F-A648AB862C14}">
      <dgm:prSet/>
      <dgm:spPr/>
      <dgm:t>
        <a:bodyPr/>
        <a:lstStyle/>
        <a:p>
          <a:r>
            <a:rPr lang="en-GB"/>
            <a:t>1. RAG and Chatbot</a:t>
          </a:r>
          <a:endParaRPr lang="en-US"/>
        </a:p>
      </dgm:t>
    </dgm:pt>
    <dgm:pt modelId="{736ED8F0-9FEB-48E4-9D5B-7B30B442C551}" type="parTrans" cxnId="{AB9FFFC0-25DD-4774-8021-ED3573DD7198}">
      <dgm:prSet/>
      <dgm:spPr/>
      <dgm:t>
        <a:bodyPr/>
        <a:lstStyle/>
        <a:p>
          <a:endParaRPr lang="en-US"/>
        </a:p>
      </dgm:t>
    </dgm:pt>
    <dgm:pt modelId="{0FC71766-210B-4EFA-97E3-21B06DC93B41}" type="sibTrans" cxnId="{AB9FFFC0-25DD-4774-8021-ED3573DD7198}">
      <dgm:prSet/>
      <dgm:spPr/>
      <dgm:t>
        <a:bodyPr/>
        <a:lstStyle/>
        <a:p>
          <a:endParaRPr lang="en-US"/>
        </a:p>
      </dgm:t>
    </dgm:pt>
    <dgm:pt modelId="{86E75BCF-EDB4-481C-9436-B3CE77027E62}">
      <dgm:prSet/>
      <dgm:spPr/>
      <dgm:t>
        <a:bodyPr/>
        <a:lstStyle/>
        <a:p>
          <a:r>
            <a:rPr lang="en-GB" dirty="0"/>
            <a:t>2. Human in the Loop Agent</a:t>
          </a:r>
          <a:endParaRPr lang="en-US" dirty="0"/>
        </a:p>
      </dgm:t>
    </dgm:pt>
    <dgm:pt modelId="{45E8CA43-F2B4-4D86-B59C-6926A30A089D}" type="parTrans" cxnId="{45049F23-321A-4FE0-9372-D9E8C9C31500}">
      <dgm:prSet/>
      <dgm:spPr/>
      <dgm:t>
        <a:bodyPr/>
        <a:lstStyle/>
        <a:p>
          <a:endParaRPr lang="en-US"/>
        </a:p>
      </dgm:t>
    </dgm:pt>
    <dgm:pt modelId="{5AA3DEA0-7FA6-4F06-A9B5-779D0A43171C}" type="sibTrans" cxnId="{45049F23-321A-4FE0-9372-D9E8C9C31500}">
      <dgm:prSet/>
      <dgm:spPr/>
      <dgm:t>
        <a:bodyPr/>
        <a:lstStyle/>
        <a:p>
          <a:endParaRPr lang="en-US"/>
        </a:p>
      </dgm:t>
    </dgm:pt>
    <dgm:pt modelId="{F13A9162-4406-4127-91DF-08A520ED1FD1}">
      <dgm:prSet/>
      <dgm:spPr/>
      <dgm:t>
        <a:bodyPr/>
        <a:lstStyle/>
        <a:p>
          <a:r>
            <a:rPr lang="en-GB"/>
            <a:t>3. MCP Server</a:t>
          </a:r>
          <a:endParaRPr lang="en-US"/>
        </a:p>
      </dgm:t>
    </dgm:pt>
    <dgm:pt modelId="{AFDB6AB3-5A1B-4F08-A1D0-8514BA7AA819}" type="parTrans" cxnId="{AD6000DE-38D2-4240-9C4F-B0886CBB1328}">
      <dgm:prSet/>
      <dgm:spPr/>
      <dgm:t>
        <a:bodyPr/>
        <a:lstStyle/>
        <a:p>
          <a:endParaRPr lang="en-US"/>
        </a:p>
      </dgm:t>
    </dgm:pt>
    <dgm:pt modelId="{611E7745-3A76-4DE6-8FC7-19B64CFDC231}" type="sibTrans" cxnId="{AD6000DE-38D2-4240-9C4F-B0886CBB1328}">
      <dgm:prSet/>
      <dgm:spPr/>
      <dgm:t>
        <a:bodyPr/>
        <a:lstStyle/>
        <a:p>
          <a:endParaRPr lang="en-US"/>
        </a:p>
      </dgm:t>
    </dgm:pt>
    <dgm:pt modelId="{69585BE0-6349-436A-819A-FC267039EE6C}">
      <dgm:prSet/>
      <dgm:spPr/>
      <dgm:t>
        <a:bodyPr/>
        <a:lstStyle/>
        <a:p>
          <a:r>
            <a:rPr lang="en-GB"/>
            <a:t>4. Graphs and Orchestrations</a:t>
          </a:r>
          <a:endParaRPr lang="en-US"/>
        </a:p>
      </dgm:t>
    </dgm:pt>
    <dgm:pt modelId="{2343BB45-496E-4D39-8790-E35BEE538E4D}" type="parTrans" cxnId="{8891A9CB-4D54-463C-895D-F66F7ECEEA80}">
      <dgm:prSet/>
      <dgm:spPr/>
      <dgm:t>
        <a:bodyPr/>
        <a:lstStyle/>
        <a:p>
          <a:endParaRPr lang="en-US"/>
        </a:p>
      </dgm:t>
    </dgm:pt>
    <dgm:pt modelId="{C48BC104-4920-4613-8700-B61428397788}" type="sibTrans" cxnId="{8891A9CB-4D54-463C-895D-F66F7ECEEA80}">
      <dgm:prSet/>
      <dgm:spPr/>
      <dgm:t>
        <a:bodyPr/>
        <a:lstStyle/>
        <a:p>
          <a:endParaRPr lang="en-US"/>
        </a:p>
      </dgm:t>
    </dgm:pt>
    <dgm:pt modelId="{CF7C72A6-8142-415B-AC51-0645F49A30E9}" type="pres">
      <dgm:prSet presAssocID="{88C31AAA-BF5C-4660-983D-A33BAAE69957}" presName="root" presStyleCnt="0">
        <dgm:presLayoutVars>
          <dgm:dir/>
          <dgm:resizeHandles val="exact"/>
        </dgm:presLayoutVars>
      </dgm:prSet>
      <dgm:spPr/>
    </dgm:pt>
    <dgm:pt modelId="{22458D09-3F5E-4409-BEA3-104462DF321D}" type="pres">
      <dgm:prSet presAssocID="{3C379268-1DF4-45D7-941F-A648AB862C14}" presName="compNode" presStyleCnt="0"/>
      <dgm:spPr/>
    </dgm:pt>
    <dgm:pt modelId="{CD43425C-674F-4038-9A13-2A271EC48986}" type="pres">
      <dgm:prSet presAssocID="{3C379268-1DF4-45D7-941F-A648AB862C1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eep"/>
        </a:ext>
      </dgm:extLst>
    </dgm:pt>
    <dgm:pt modelId="{B97350FE-F8F3-42BE-B7A5-08E1C07B5AB2}" type="pres">
      <dgm:prSet presAssocID="{3C379268-1DF4-45D7-941F-A648AB862C14}" presName="spaceRect" presStyleCnt="0"/>
      <dgm:spPr/>
    </dgm:pt>
    <dgm:pt modelId="{498C95F6-DEE4-481B-A014-CF6DAE27130F}" type="pres">
      <dgm:prSet presAssocID="{3C379268-1DF4-45D7-941F-A648AB862C14}" presName="textRect" presStyleLbl="revTx" presStyleIdx="0" presStyleCnt="4">
        <dgm:presLayoutVars>
          <dgm:chMax val="1"/>
          <dgm:chPref val="1"/>
        </dgm:presLayoutVars>
      </dgm:prSet>
      <dgm:spPr/>
    </dgm:pt>
    <dgm:pt modelId="{52CA9C52-8192-4BAD-908F-D6093C412D4B}" type="pres">
      <dgm:prSet presAssocID="{0FC71766-210B-4EFA-97E3-21B06DC93B41}" presName="sibTrans" presStyleCnt="0"/>
      <dgm:spPr/>
    </dgm:pt>
    <dgm:pt modelId="{7ACFADC4-2B34-41C7-B61D-D273DCC4B790}" type="pres">
      <dgm:prSet presAssocID="{86E75BCF-EDB4-481C-9436-B3CE77027E62}" presName="compNode" presStyleCnt="0"/>
      <dgm:spPr/>
    </dgm:pt>
    <dgm:pt modelId="{A4196BCB-5B08-4434-BC67-30DDDB84A2DA}" type="pres">
      <dgm:prSet presAssocID="{86E75BCF-EDB4-481C-9436-B3CE77027E6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2818081-A8BB-4A9A-A3F6-B6A5DA9CD8E4}" type="pres">
      <dgm:prSet presAssocID="{86E75BCF-EDB4-481C-9436-B3CE77027E62}" presName="spaceRect" presStyleCnt="0"/>
      <dgm:spPr/>
    </dgm:pt>
    <dgm:pt modelId="{CE973A80-2DCB-4642-BBF2-BD0C67589D23}" type="pres">
      <dgm:prSet presAssocID="{86E75BCF-EDB4-481C-9436-B3CE77027E62}" presName="textRect" presStyleLbl="revTx" presStyleIdx="1" presStyleCnt="4">
        <dgm:presLayoutVars>
          <dgm:chMax val="1"/>
          <dgm:chPref val="1"/>
        </dgm:presLayoutVars>
      </dgm:prSet>
      <dgm:spPr/>
    </dgm:pt>
    <dgm:pt modelId="{E1D3C4B7-4560-4CEE-BBA7-41C00D003AF3}" type="pres">
      <dgm:prSet presAssocID="{5AA3DEA0-7FA6-4F06-A9B5-779D0A43171C}" presName="sibTrans" presStyleCnt="0"/>
      <dgm:spPr/>
    </dgm:pt>
    <dgm:pt modelId="{6B21158E-5B9E-47CE-BC67-508B4B34AB76}" type="pres">
      <dgm:prSet presAssocID="{F13A9162-4406-4127-91DF-08A520ED1FD1}" presName="compNode" presStyleCnt="0"/>
      <dgm:spPr/>
    </dgm:pt>
    <dgm:pt modelId="{6B6B41DB-D370-4969-A2A9-87F6EE7A8166}" type="pres">
      <dgm:prSet presAssocID="{F13A9162-4406-4127-91DF-08A520ED1FD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4EC9027-B114-4F18-BD42-F91A1BD2A767}" type="pres">
      <dgm:prSet presAssocID="{F13A9162-4406-4127-91DF-08A520ED1FD1}" presName="spaceRect" presStyleCnt="0"/>
      <dgm:spPr/>
    </dgm:pt>
    <dgm:pt modelId="{912BF892-598E-4329-898D-42CAB138FD85}" type="pres">
      <dgm:prSet presAssocID="{F13A9162-4406-4127-91DF-08A520ED1FD1}" presName="textRect" presStyleLbl="revTx" presStyleIdx="2" presStyleCnt="4">
        <dgm:presLayoutVars>
          <dgm:chMax val="1"/>
          <dgm:chPref val="1"/>
        </dgm:presLayoutVars>
      </dgm:prSet>
      <dgm:spPr/>
    </dgm:pt>
    <dgm:pt modelId="{067A1904-94C8-4C68-93DA-A33EADFFE6DD}" type="pres">
      <dgm:prSet presAssocID="{611E7745-3A76-4DE6-8FC7-19B64CFDC231}" presName="sibTrans" presStyleCnt="0"/>
      <dgm:spPr/>
    </dgm:pt>
    <dgm:pt modelId="{0F089CAF-2DB0-44AF-BFC8-315DFA4FF1D6}" type="pres">
      <dgm:prSet presAssocID="{69585BE0-6349-436A-819A-FC267039EE6C}" presName="compNode" presStyleCnt="0"/>
      <dgm:spPr/>
    </dgm:pt>
    <dgm:pt modelId="{7EC857A7-0B26-41A3-923D-CBCBA1CBE877}" type="pres">
      <dgm:prSet presAssocID="{69585BE0-6349-436A-819A-FC267039EE6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3B2B223-FC8E-43E1-9A68-72B6C9F34DCE}" type="pres">
      <dgm:prSet presAssocID="{69585BE0-6349-436A-819A-FC267039EE6C}" presName="spaceRect" presStyleCnt="0"/>
      <dgm:spPr/>
    </dgm:pt>
    <dgm:pt modelId="{E7BBC3BE-E361-4201-9E23-D7BF137685FE}" type="pres">
      <dgm:prSet presAssocID="{69585BE0-6349-436A-819A-FC267039EE6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B2B31D-23AB-4872-99BE-FCBD039493B0}" type="presOf" srcId="{88C31AAA-BF5C-4660-983D-A33BAAE69957}" destId="{CF7C72A6-8142-415B-AC51-0645F49A30E9}" srcOrd="0" destOrd="0" presId="urn:microsoft.com/office/officeart/2018/2/layout/IconLabelList"/>
    <dgm:cxn modelId="{45049F23-321A-4FE0-9372-D9E8C9C31500}" srcId="{88C31AAA-BF5C-4660-983D-A33BAAE69957}" destId="{86E75BCF-EDB4-481C-9436-B3CE77027E62}" srcOrd="1" destOrd="0" parTransId="{45E8CA43-F2B4-4D86-B59C-6926A30A089D}" sibTransId="{5AA3DEA0-7FA6-4F06-A9B5-779D0A43171C}"/>
    <dgm:cxn modelId="{D86CFBA8-7355-43C1-B681-AC1FE9142257}" type="presOf" srcId="{F13A9162-4406-4127-91DF-08A520ED1FD1}" destId="{912BF892-598E-4329-898D-42CAB138FD85}" srcOrd="0" destOrd="0" presId="urn:microsoft.com/office/officeart/2018/2/layout/IconLabelList"/>
    <dgm:cxn modelId="{50B76DB5-5986-4463-89AA-E5EEC446F04B}" type="presOf" srcId="{69585BE0-6349-436A-819A-FC267039EE6C}" destId="{E7BBC3BE-E361-4201-9E23-D7BF137685FE}" srcOrd="0" destOrd="0" presId="urn:microsoft.com/office/officeart/2018/2/layout/IconLabelList"/>
    <dgm:cxn modelId="{1BF1EBB5-FCD7-4E55-B9BB-37F6D242A5A3}" type="presOf" srcId="{3C379268-1DF4-45D7-941F-A648AB862C14}" destId="{498C95F6-DEE4-481B-A014-CF6DAE27130F}" srcOrd="0" destOrd="0" presId="urn:microsoft.com/office/officeart/2018/2/layout/IconLabelList"/>
    <dgm:cxn modelId="{AB9FFFC0-25DD-4774-8021-ED3573DD7198}" srcId="{88C31AAA-BF5C-4660-983D-A33BAAE69957}" destId="{3C379268-1DF4-45D7-941F-A648AB862C14}" srcOrd="0" destOrd="0" parTransId="{736ED8F0-9FEB-48E4-9D5B-7B30B442C551}" sibTransId="{0FC71766-210B-4EFA-97E3-21B06DC93B41}"/>
    <dgm:cxn modelId="{8891A9CB-4D54-463C-895D-F66F7ECEEA80}" srcId="{88C31AAA-BF5C-4660-983D-A33BAAE69957}" destId="{69585BE0-6349-436A-819A-FC267039EE6C}" srcOrd="3" destOrd="0" parTransId="{2343BB45-496E-4D39-8790-E35BEE538E4D}" sibTransId="{C48BC104-4920-4613-8700-B61428397788}"/>
    <dgm:cxn modelId="{AD6000DE-38D2-4240-9C4F-B0886CBB1328}" srcId="{88C31AAA-BF5C-4660-983D-A33BAAE69957}" destId="{F13A9162-4406-4127-91DF-08A520ED1FD1}" srcOrd="2" destOrd="0" parTransId="{AFDB6AB3-5A1B-4F08-A1D0-8514BA7AA819}" sibTransId="{611E7745-3A76-4DE6-8FC7-19B64CFDC231}"/>
    <dgm:cxn modelId="{2D9C75EE-3C56-4D94-B780-D8B1FFB53FF2}" type="presOf" srcId="{86E75BCF-EDB4-481C-9436-B3CE77027E62}" destId="{CE973A80-2DCB-4642-BBF2-BD0C67589D23}" srcOrd="0" destOrd="0" presId="urn:microsoft.com/office/officeart/2018/2/layout/IconLabelList"/>
    <dgm:cxn modelId="{6028494F-B340-4FAC-BD51-3D0A1065F0FF}" type="presParOf" srcId="{CF7C72A6-8142-415B-AC51-0645F49A30E9}" destId="{22458D09-3F5E-4409-BEA3-104462DF321D}" srcOrd="0" destOrd="0" presId="urn:microsoft.com/office/officeart/2018/2/layout/IconLabelList"/>
    <dgm:cxn modelId="{4D62EF50-1352-4226-8C92-FA79ACC2F70A}" type="presParOf" srcId="{22458D09-3F5E-4409-BEA3-104462DF321D}" destId="{CD43425C-674F-4038-9A13-2A271EC48986}" srcOrd="0" destOrd="0" presId="urn:microsoft.com/office/officeart/2018/2/layout/IconLabelList"/>
    <dgm:cxn modelId="{CB951BDD-2453-4E16-9160-3F5DAB6A4E85}" type="presParOf" srcId="{22458D09-3F5E-4409-BEA3-104462DF321D}" destId="{B97350FE-F8F3-42BE-B7A5-08E1C07B5AB2}" srcOrd="1" destOrd="0" presId="urn:microsoft.com/office/officeart/2018/2/layout/IconLabelList"/>
    <dgm:cxn modelId="{DD7C8CD4-8B33-4592-91CD-F1454C3C60A7}" type="presParOf" srcId="{22458D09-3F5E-4409-BEA3-104462DF321D}" destId="{498C95F6-DEE4-481B-A014-CF6DAE27130F}" srcOrd="2" destOrd="0" presId="urn:microsoft.com/office/officeart/2018/2/layout/IconLabelList"/>
    <dgm:cxn modelId="{C32115EF-B00C-496F-A8E3-9786ED16F65D}" type="presParOf" srcId="{CF7C72A6-8142-415B-AC51-0645F49A30E9}" destId="{52CA9C52-8192-4BAD-908F-D6093C412D4B}" srcOrd="1" destOrd="0" presId="urn:microsoft.com/office/officeart/2018/2/layout/IconLabelList"/>
    <dgm:cxn modelId="{3476F0D9-106B-4851-B917-37A9A799F2F6}" type="presParOf" srcId="{CF7C72A6-8142-415B-AC51-0645F49A30E9}" destId="{7ACFADC4-2B34-41C7-B61D-D273DCC4B790}" srcOrd="2" destOrd="0" presId="urn:microsoft.com/office/officeart/2018/2/layout/IconLabelList"/>
    <dgm:cxn modelId="{906BB520-AB18-4547-B8BD-309252EAA0AB}" type="presParOf" srcId="{7ACFADC4-2B34-41C7-B61D-D273DCC4B790}" destId="{A4196BCB-5B08-4434-BC67-30DDDB84A2DA}" srcOrd="0" destOrd="0" presId="urn:microsoft.com/office/officeart/2018/2/layout/IconLabelList"/>
    <dgm:cxn modelId="{0405FB97-476A-4D98-A2C3-78F22D563293}" type="presParOf" srcId="{7ACFADC4-2B34-41C7-B61D-D273DCC4B790}" destId="{D2818081-A8BB-4A9A-A3F6-B6A5DA9CD8E4}" srcOrd="1" destOrd="0" presId="urn:microsoft.com/office/officeart/2018/2/layout/IconLabelList"/>
    <dgm:cxn modelId="{8B0E3D22-72F3-43C5-AEF7-80B5848529BF}" type="presParOf" srcId="{7ACFADC4-2B34-41C7-B61D-D273DCC4B790}" destId="{CE973A80-2DCB-4642-BBF2-BD0C67589D23}" srcOrd="2" destOrd="0" presId="urn:microsoft.com/office/officeart/2018/2/layout/IconLabelList"/>
    <dgm:cxn modelId="{74685A56-DB8C-41BD-BFA9-62CB238AADAB}" type="presParOf" srcId="{CF7C72A6-8142-415B-AC51-0645F49A30E9}" destId="{E1D3C4B7-4560-4CEE-BBA7-41C00D003AF3}" srcOrd="3" destOrd="0" presId="urn:microsoft.com/office/officeart/2018/2/layout/IconLabelList"/>
    <dgm:cxn modelId="{C3516E4B-BAB9-4103-B2D9-14E2201B0F9F}" type="presParOf" srcId="{CF7C72A6-8142-415B-AC51-0645F49A30E9}" destId="{6B21158E-5B9E-47CE-BC67-508B4B34AB76}" srcOrd="4" destOrd="0" presId="urn:microsoft.com/office/officeart/2018/2/layout/IconLabelList"/>
    <dgm:cxn modelId="{08F5197F-2D46-41B5-8B93-B72BFF6400E7}" type="presParOf" srcId="{6B21158E-5B9E-47CE-BC67-508B4B34AB76}" destId="{6B6B41DB-D370-4969-A2A9-87F6EE7A8166}" srcOrd="0" destOrd="0" presId="urn:microsoft.com/office/officeart/2018/2/layout/IconLabelList"/>
    <dgm:cxn modelId="{F427F4AD-A8EE-4F19-A3FB-46B48E571CA1}" type="presParOf" srcId="{6B21158E-5B9E-47CE-BC67-508B4B34AB76}" destId="{14EC9027-B114-4F18-BD42-F91A1BD2A767}" srcOrd="1" destOrd="0" presId="urn:microsoft.com/office/officeart/2018/2/layout/IconLabelList"/>
    <dgm:cxn modelId="{D92AB24E-8A7A-44B8-ABF7-D97D2228BCB3}" type="presParOf" srcId="{6B21158E-5B9E-47CE-BC67-508B4B34AB76}" destId="{912BF892-598E-4329-898D-42CAB138FD85}" srcOrd="2" destOrd="0" presId="urn:microsoft.com/office/officeart/2018/2/layout/IconLabelList"/>
    <dgm:cxn modelId="{6E0BB003-5FEC-4DF5-B573-73FFC83FA156}" type="presParOf" srcId="{CF7C72A6-8142-415B-AC51-0645F49A30E9}" destId="{067A1904-94C8-4C68-93DA-A33EADFFE6DD}" srcOrd="5" destOrd="0" presId="urn:microsoft.com/office/officeart/2018/2/layout/IconLabelList"/>
    <dgm:cxn modelId="{14E42E04-C49A-4AD3-93A0-1EE4556A1963}" type="presParOf" srcId="{CF7C72A6-8142-415B-AC51-0645F49A30E9}" destId="{0F089CAF-2DB0-44AF-BFC8-315DFA4FF1D6}" srcOrd="6" destOrd="0" presId="urn:microsoft.com/office/officeart/2018/2/layout/IconLabelList"/>
    <dgm:cxn modelId="{F1F926B0-8DF2-470F-BE5D-6ACE9F921195}" type="presParOf" srcId="{0F089CAF-2DB0-44AF-BFC8-315DFA4FF1D6}" destId="{7EC857A7-0B26-41A3-923D-CBCBA1CBE877}" srcOrd="0" destOrd="0" presId="urn:microsoft.com/office/officeart/2018/2/layout/IconLabelList"/>
    <dgm:cxn modelId="{B191B63A-019F-4AB0-A0EF-8BE44C8D2A68}" type="presParOf" srcId="{0F089CAF-2DB0-44AF-BFC8-315DFA4FF1D6}" destId="{F3B2B223-FC8E-43E1-9A68-72B6C9F34DCE}" srcOrd="1" destOrd="0" presId="urn:microsoft.com/office/officeart/2018/2/layout/IconLabelList"/>
    <dgm:cxn modelId="{9A6E72BB-D99B-4EB2-8C6A-D2532D78309D}" type="presParOf" srcId="{0F089CAF-2DB0-44AF-BFC8-315DFA4FF1D6}" destId="{E7BBC3BE-E361-4201-9E23-D7BF137685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EF945C-7CB7-4AD5-925F-F8F09814BFBD}" type="doc">
      <dgm:prSet loTypeId="urn:microsoft.com/office/officeart/2018/2/layout/IconLabel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C34D683-09F3-49D2-830C-5810CC2051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Operates independently, exposing deterministic functions for agents.</a:t>
          </a:r>
          <a:endParaRPr lang="en-US"/>
        </a:p>
      </dgm:t>
    </dgm:pt>
    <dgm:pt modelId="{D52250C9-BD9F-4FCB-A70F-EF0674E6C015}" type="parTrans" cxnId="{C9289240-52E1-45BD-832A-249F685D33A7}">
      <dgm:prSet/>
      <dgm:spPr/>
      <dgm:t>
        <a:bodyPr/>
        <a:lstStyle/>
        <a:p>
          <a:endParaRPr lang="en-US"/>
        </a:p>
      </dgm:t>
    </dgm:pt>
    <dgm:pt modelId="{97DA58F7-7FD9-4AA9-902E-BF03B13A68E3}" type="sibTrans" cxnId="{C9289240-52E1-45BD-832A-249F685D33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BA9AC9-F673-4D29-8BB4-B5A20F266B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Ensures strict boundary between reasoning and execution.</a:t>
          </a:r>
          <a:endParaRPr lang="en-US"/>
        </a:p>
      </dgm:t>
    </dgm:pt>
    <dgm:pt modelId="{FE4AC004-5481-4BE2-928A-F6D9B8FB699F}" type="parTrans" cxnId="{E895B73B-ECA8-4225-9F22-B3B8003A2122}">
      <dgm:prSet/>
      <dgm:spPr/>
      <dgm:t>
        <a:bodyPr/>
        <a:lstStyle/>
        <a:p>
          <a:endParaRPr lang="en-US"/>
        </a:p>
      </dgm:t>
    </dgm:pt>
    <dgm:pt modelId="{A76D5777-593F-44AE-A036-E72D19E64CEF}" type="sibTrans" cxnId="{E895B73B-ECA8-4225-9F22-B3B8003A212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97D942-A7FD-4840-9D66-4982FDA93E7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Responsible for writing reservation data in append-only, write-only mode.</a:t>
          </a:r>
          <a:endParaRPr lang="en-US"/>
        </a:p>
      </dgm:t>
    </dgm:pt>
    <dgm:pt modelId="{11C974AF-FB99-491F-9F01-564D14B1BD22}" type="parTrans" cxnId="{0D1FFBA2-ADAC-490C-B9B3-C3E0AA39190B}">
      <dgm:prSet/>
      <dgm:spPr/>
      <dgm:t>
        <a:bodyPr/>
        <a:lstStyle/>
        <a:p>
          <a:endParaRPr lang="en-US"/>
        </a:p>
      </dgm:t>
    </dgm:pt>
    <dgm:pt modelId="{6CD6B6E6-FEB4-4D60-A514-89E8F908A0FA}" type="sibTrans" cxnId="{0D1FFBA2-ADAC-490C-B9B3-C3E0AA39190B}">
      <dgm:prSet/>
      <dgm:spPr/>
      <dgm:t>
        <a:bodyPr/>
        <a:lstStyle/>
        <a:p>
          <a:endParaRPr lang="en-US"/>
        </a:p>
      </dgm:t>
    </dgm:pt>
    <dgm:pt modelId="{B2D65CCD-6FC4-40F9-BF74-2DD739516DA0}" type="pres">
      <dgm:prSet presAssocID="{67EF945C-7CB7-4AD5-925F-F8F09814BFBD}" presName="root" presStyleCnt="0">
        <dgm:presLayoutVars>
          <dgm:dir/>
          <dgm:resizeHandles val="exact"/>
        </dgm:presLayoutVars>
      </dgm:prSet>
      <dgm:spPr/>
    </dgm:pt>
    <dgm:pt modelId="{B258C92C-53D2-4830-8E42-7355F13D57A4}" type="pres">
      <dgm:prSet presAssocID="{8C34D683-09F3-49D2-830C-5810CC20518B}" presName="compNode" presStyleCnt="0"/>
      <dgm:spPr/>
    </dgm:pt>
    <dgm:pt modelId="{B2CF1D7B-326E-4968-9C79-BAFBEE07E06C}" type="pres">
      <dgm:prSet presAssocID="{8C34D683-09F3-49D2-830C-5810CC20518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A1FB9B-0715-4220-B8E5-E2AF7D206CA1}" type="pres">
      <dgm:prSet presAssocID="{8C34D683-09F3-49D2-830C-5810CC20518B}" presName="spaceRect" presStyleCnt="0"/>
      <dgm:spPr/>
    </dgm:pt>
    <dgm:pt modelId="{38557472-A046-436F-BC91-D0F56A7E5DA9}" type="pres">
      <dgm:prSet presAssocID="{8C34D683-09F3-49D2-830C-5810CC20518B}" presName="textRect" presStyleLbl="revTx" presStyleIdx="0" presStyleCnt="3">
        <dgm:presLayoutVars>
          <dgm:chMax val="1"/>
          <dgm:chPref val="1"/>
        </dgm:presLayoutVars>
      </dgm:prSet>
      <dgm:spPr/>
    </dgm:pt>
    <dgm:pt modelId="{DC6CFC07-14FF-4690-A471-D2E216B6B802}" type="pres">
      <dgm:prSet presAssocID="{97DA58F7-7FD9-4AA9-902E-BF03B13A68E3}" presName="sibTrans" presStyleCnt="0"/>
      <dgm:spPr/>
    </dgm:pt>
    <dgm:pt modelId="{F9FA9099-5137-4678-B06E-BA474169EBD4}" type="pres">
      <dgm:prSet presAssocID="{55BA9AC9-F673-4D29-8BB4-B5A20F266B28}" presName="compNode" presStyleCnt="0"/>
      <dgm:spPr/>
    </dgm:pt>
    <dgm:pt modelId="{A8147CCB-C520-458B-837F-9193B884570B}" type="pres">
      <dgm:prSet presAssocID="{55BA9AC9-F673-4D29-8BB4-B5A20F266B2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37A644C5-2DD5-46FB-9913-2A8EE77870DB}" type="pres">
      <dgm:prSet presAssocID="{55BA9AC9-F673-4D29-8BB4-B5A20F266B28}" presName="spaceRect" presStyleCnt="0"/>
      <dgm:spPr/>
    </dgm:pt>
    <dgm:pt modelId="{FCF45FDB-FBCA-463C-8CC3-B1282A0958C1}" type="pres">
      <dgm:prSet presAssocID="{55BA9AC9-F673-4D29-8BB4-B5A20F266B28}" presName="textRect" presStyleLbl="revTx" presStyleIdx="1" presStyleCnt="3">
        <dgm:presLayoutVars>
          <dgm:chMax val="1"/>
          <dgm:chPref val="1"/>
        </dgm:presLayoutVars>
      </dgm:prSet>
      <dgm:spPr/>
    </dgm:pt>
    <dgm:pt modelId="{3172BE77-FBB7-4C46-B227-6C335C1708EC}" type="pres">
      <dgm:prSet presAssocID="{A76D5777-593F-44AE-A036-E72D19E64CEF}" presName="sibTrans" presStyleCnt="0"/>
      <dgm:spPr/>
    </dgm:pt>
    <dgm:pt modelId="{5D30332B-A895-452F-9FD0-019C1948AE88}" type="pres">
      <dgm:prSet presAssocID="{E297D942-A7FD-4840-9D66-4982FDA93E79}" presName="compNode" presStyleCnt="0"/>
      <dgm:spPr/>
    </dgm:pt>
    <dgm:pt modelId="{FFA2EAC0-FB92-4348-8E5A-22DC78EB3BCB}" type="pres">
      <dgm:prSet presAssocID="{E297D942-A7FD-4840-9D66-4982FDA93E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B084B9A-4060-4ABF-A98C-1DFE101324CD}" type="pres">
      <dgm:prSet presAssocID="{E297D942-A7FD-4840-9D66-4982FDA93E79}" presName="spaceRect" presStyleCnt="0"/>
      <dgm:spPr/>
    </dgm:pt>
    <dgm:pt modelId="{04D0732A-3E1A-4E1A-9E0F-05419A410FD2}" type="pres">
      <dgm:prSet presAssocID="{E297D942-A7FD-4840-9D66-4982FDA93E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E02F00-83DE-4551-A725-450F0DAAF571}" type="presOf" srcId="{67EF945C-7CB7-4AD5-925F-F8F09814BFBD}" destId="{B2D65CCD-6FC4-40F9-BF74-2DD739516DA0}" srcOrd="0" destOrd="0" presId="urn:microsoft.com/office/officeart/2018/2/layout/IconLabelList"/>
    <dgm:cxn modelId="{C01A5808-BBC5-4B64-B0DD-72EE6D838C15}" type="presOf" srcId="{E297D942-A7FD-4840-9D66-4982FDA93E79}" destId="{04D0732A-3E1A-4E1A-9E0F-05419A410FD2}" srcOrd="0" destOrd="0" presId="urn:microsoft.com/office/officeart/2018/2/layout/IconLabelList"/>
    <dgm:cxn modelId="{E3D4461F-9C38-45B2-8DE8-40B86ED99CD4}" type="presOf" srcId="{55BA9AC9-F673-4D29-8BB4-B5A20F266B28}" destId="{FCF45FDB-FBCA-463C-8CC3-B1282A0958C1}" srcOrd="0" destOrd="0" presId="urn:microsoft.com/office/officeart/2018/2/layout/IconLabelList"/>
    <dgm:cxn modelId="{E895B73B-ECA8-4225-9F22-B3B8003A2122}" srcId="{67EF945C-7CB7-4AD5-925F-F8F09814BFBD}" destId="{55BA9AC9-F673-4D29-8BB4-B5A20F266B28}" srcOrd="1" destOrd="0" parTransId="{FE4AC004-5481-4BE2-928A-F6D9B8FB699F}" sibTransId="{A76D5777-593F-44AE-A036-E72D19E64CEF}"/>
    <dgm:cxn modelId="{C9289240-52E1-45BD-832A-249F685D33A7}" srcId="{67EF945C-7CB7-4AD5-925F-F8F09814BFBD}" destId="{8C34D683-09F3-49D2-830C-5810CC20518B}" srcOrd="0" destOrd="0" parTransId="{D52250C9-BD9F-4FCB-A70F-EF0674E6C015}" sibTransId="{97DA58F7-7FD9-4AA9-902E-BF03B13A68E3}"/>
    <dgm:cxn modelId="{0D1FFBA2-ADAC-490C-B9B3-C3E0AA39190B}" srcId="{67EF945C-7CB7-4AD5-925F-F8F09814BFBD}" destId="{E297D942-A7FD-4840-9D66-4982FDA93E79}" srcOrd="2" destOrd="0" parTransId="{11C974AF-FB99-491F-9F01-564D14B1BD22}" sibTransId="{6CD6B6E6-FEB4-4D60-A514-89E8F908A0FA}"/>
    <dgm:cxn modelId="{3565C9E0-08A9-46D3-8F51-252348AE4B53}" type="presOf" srcId="{8C34D683-09F3-49D2-830C-5810CC20518B}" destId="{38557472-A046-436F-BC91-D0F56A7E5DA9}" srcOrd="0" destOrd="0" presId="urn:microsoft.com/office/officeart/2018/2/layout/IconLabelList"/>
    <dgm:cxn modelId="{184ADF80-9040-4EC5-B67D-07FD39D592F4}" type="presParOf" srcId="{B2D65CCD-6FC4-40F9-BF74-2DD739516DA0}" destId="{B258C92C-53D2-4830-8E42-7355F13D57A4}" srcOrd="0" destOrd="0" presId="urn:microsoft.com/office/officeart/2018/2/layout/IconLabelList"/>
    <dgm:cxn modelId="{3C88A12C-A370-465A-AE5B-7F9966552434}" type="presParOf" srcId="{B258C92C-53D2-4830-8E42-7355F13D57A4}" destId="{B2CF1D7B-326E-4968-9C79-BAFBEE07E06C}" srcOrd="0" destOrd="0" presId="urn:microsoft.com/office/officeart/2018/2/layout/IconLabelList"/>
    <dgm:cxn modelId="{99157834-6E5C-48F1-8F09-B810D2238CCB}" type="presParOf" srcId="{B258C92C-53D2-4830-8E42-7355F13D57A4}" destId="{A6A1FB9B-0715-4220-B8E5-E2AF7D206CA1}" srcOrd="1" destOrd="0" presId="urn:microsoft.com/office/officeart/2018/2/layout/IconLabelList"/>
    <dgm:cxn modelId="{A125C620-23F0-4A71-85A0-7AF8A70515CE}" type="presParOf" srcId="{B258C92C-53D2-4830-8E42-7355F13D57A4}" destId="{38557472-A046-436F-BC91-D0F56A7E5DA9}" srcOrd="2" destOrd="0" presId="urn:microsoft.com/office/officeart/2018/2/layout/IconLabelList"/>
    <dgm:cxn modelId="{05592B00-DC16-40C4-BBAA-5ECDE4CF597B}" type="presParOf" srcId="{B2D65CCD-6FC4-40F9-BF74-2DD739516DA0}" destId="{DC6CFC07-14FF-4690-A471-D2E216B6B802}" srcOrd="1" destOrd="0" presId="urn:microsoft.com/office/officeart/2018/2/layout/IconLabelList"/>
    <dgm:cxn modelId="{6BD1E09F-265A-4914-A518-48CF5398BCF5}" type="presParOf" srcId="{B2D65CCD-6FC4-40F9-BF74-2DD739516DA0}" destId="{F9FA9099-5137-4678-B06E-BA474169EBD4}" srcOrd="2" destOrd="0" presId="urn:microsoft.com/office/officeart/2018/2/layout/IconLabelList"/>
    <dgm:cxn modelId="{C70B7263-CECA-4C55-8B5D-636DA9D70FD1}" type="presParOf" srcId="{F9FA9099-5137-4678-B06E-BA474169EBD4}" destId="{A8147CCB-C520-458B-837F-9193B884570B}" srcOrd="0" destOrd="0" presId="urn:microsoft.com/office/officeart/2018/2/layout/IconLabelList"/>
    <dgm:cxn modelId="{77234C34-E1B9-4EB5-83CE-C8C06C253E18}" type="presParOf" srcId="{F9FA9099-5137-4678-B06E-BA474169EBD4}" destId="{37A644C5-2DD5-46FB-9913-2A8EE77870DB}" srcOrd="1" destOrd="0" presId="urn:microsoft.com/office/officeart/2018/2/layout/IconLabelList"/>
    <dgm:cxn modelId="{908A5BDB-0B11-49E3-AB90-4AED6AA13AEC}" type="presParOf" srcId="{F9FA9099-5137-4678-B06E-BA474169EBD4}" destId="{FCF45FDB-FBCA-463C-8CC3-B1282A0958C1}" srcOrd="2" destOrd="0" presId="urn:microsoft.com/office/officeart/2018/2/layout/IconLabelList"/>
    <dgm:cxn modelId="{75A3F496-CD11-4C62-9491-19FD9513F10F}" type="presParOf" srcId="{B2D65CCD-6FC4-40F9-BF74-2DD739516DA0}" destId="{3172BE77-FBB7-4C46-B227-6C335C1708EC}" srcOrd="3" destOrd="0" presId="urn:microsoft.com/office/officeart/2018/2/layout/IconLabelList"/>
    <dgm:cxn modelId="{79A81324-3426-4D2F-B340-F96659894422}" type="presParOf" srcId="{B2D65CCD-6FC4-40F9-BF74-2DD739516DA0}" destId="{5D30332B-A895-452F-9FD0-019C1948AE88}" srcOrd="4" destOrd="0" presId="urn:microsoft.com/office/officeart/2018/2/layout/IconLabelList"/>
    <dgm:cxn modelId="{EC77C80B-256A-42B3-BA75-B2A17219D671}" type="presParOf" srcId="{5D30332B-A895-452F-9FD0-019C1948AE88}" destId="{FFA2EAC0-FB92-4348-8E5A-22DC78EB3BCB}" srcOrd="0" destOrd="0" presId="urn:microsoft.com/office/officeart/2018/2/layout/IconLabelList"/>
    <dgm:cxn modelId="{EA1212F6-F6CC-427F-98DF-D0F33C8D1EEA}" type="presParOf" srcId="{5D30332B-A895-452F-9FD0-019C1948AE88}" destId="{9B084B9A-4060-4ABF-A98C-1DFE101324CD}" srcOrd="1" destOrd="0" presId="urn:microsoft.com/office/officeart/2018/2/layout/IconLabelList"/>
    <dgm:cxn modelId="{00B5532D-C6D9-4ED2-BFBC-5AB1910F63ED}" type="presParOf" srcId="{5D30332B-A895-452F-9FD0-019C1948AE88}" destId="{04D0732A-3E1A-4E1A-9E0F-05419A410F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3C948C-E66D-414C-BEB3-AEA0C648153A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9F1FB-1201-480E-A769-0940F43F0C9C}">
      <dgm:prSet/>
      <dgm:spPr/>
      <dgm:t>
        <a:bodyPr/>
        <a:lstStyle/>
        <a:p>
          <a:r>
            <a:rPr lang="en-GB" dirty="0"/>
            <a:t>Database migration to PostgreSQL for production</a:t>
          </a:r>
          <a:endParaRPr lang="en-US" dirty="0"/>
        </a:p>
      </dgm:t>
    </dgm:pt>
    <dgm:pt modelId="{646F8DF5-EFB2-4901-9446-11169A6CE09E}" type="parTrans" cxnId="{B72495B4-FF30-49F9-84B0-EBCD422E7CEB}">
      <dgm:prSet/>
      <dgm:spPr/>
      <dgm:t>
        <a:bodyPr/>
        <a:lstStyle/>
        <a:p>
          <a:endParaRPr lang="en-US"/>
        </a:p>
      </dgm:t>
    </dgm:pt>
    <dgm:pt modelId="{E542083E-7BFF-4CC4-8D17-A58DC996C0DF}" type="sibTrans" cxnId="{B72495B4-FF30-49F9-84B0-EBCD422E7CEB}">
      <dgm:prSet/>
      <dgm:spPr/>
      <dgm:t>
        <a:bodyPr/>
        <a:lstStyle/>
        <a:p>
          <a:endParaRPr lang="en-US"/>
        </a:p>
      </dgm:t>
    </dgm:pt>
    <dgm:pt modelId="{85700960-C9C5-41CE-8F36-58CA16E16A12}">
      <dgm:prSet/>
      <dgm:spPr/>
      <dgm:t>
        <a:bodyPr/>
        <a:lstStyle/>
        <a:p>
          <a:r>
            <a:rPr lang="en-GB" dirty="0"/>
            <a:t>Dataset expansion for improved evaluation</a:t>
          </a:r>
          <a:endParaRPr lang="en-US" dirty="0"/>
        </a:p>
      </dgm:t>
    </dgm:pt>
    <dgm:pt modelId="{558E9D58-88F6-49E9-BD1B-AF22CC5D1E89}" type="parTrans" cxnId="{2AA5770B-857D-4579-81CB-7A0E1E87AFBB}">
      <dgm:prSet/>
      <dgm:spPr/>
      <dgm:t>
        <a:bodyPr/>
        <a:lstStyle/>
        <a:p>
          <a:endParaRPr lang="en-US"/>
        </a:p>
      </dgm:t>
    </dgm:pt>
    <dgm:pt modelId="{148572BF-BABC-4A7F-B2F1-7859DD497F2C}" type="sibTrans" cxnId="{2AA5770B-857D-4579-81CB-7A0E1E87AFBB}">
      <dgm:prSet/>
      <dgm:spPr/>
      <dgm:t>
        <a:bodyPr/>
        <a:lstStyle/>
        <a:p>
          <a:endParaRPr lang="en-US"/>
        </a:p>
      </dgm:t>
    </dgm:pt>
    <dgm:pt modelId="{57A331B3-34FD-4DD6-B7AD-1FADDBA2E758}">
      <dgm:prSet/>
      <dgm:spPr/>
      <dgm:t>
        <a:bodyPr/>
        <a:lstStyle/>
        <a:p>
          <a:r>
            <a:rPr lang="en-GB" dirty="0"/>
            <a:t>Advanced RAG features: query rewriting, robust evaluation</a:t>
          </a:r>
          <a:endParaRPr lang="en-US" dirty="0"/>
        </a:p>
      </dgm:t>
    </dgm:pt>
    <dgm:pt modelId="{E413F44D-20C5-4DBC-B8F3-539C37918EE2}" type="parTrans" cxnId="{9594B436-084F-47B6-970F-C780B73B14F0}">
      <dgm:prSet/>
      <dgm:spPr/>
      <dgm:t>
        <a:bodyPr/>
        <a:lstStyle/>
        <a:p>
          <a:endParaRPr lang="en-US"/>
        </a:p>
      </dgm:t>
    </dgm:pt>
    <dgm:pt modelId="{03706114-FDC0-4CD0-9A9F-86B77AD3B671}" type="sibTrans" cxnId="{9594B436-084F-47B6-970F-C780B73B14F0}">
      <dgm:prSet/>
      <dgm:spPr/>
      <dgm:t>
        <a:bodyPr/>
        <a:lstStyle/>
        <a:p>
          <a:endParaRPr lang="en-US"/>
        </a:p>
      </dgm:t>
    </dgm:pt>
    <dgm:pt modelId="{0B2F2995-1F0F-4145-936B-273A157E6E4B}">
      <dgm:prSet/>
      <dgm:spPr/>
      <dgm:t>
        <a:bodyPr/>
        <a:lstStyle/>
        <a:p>
          <a:r>
            <a:rPr lang="en-GB" dirty="0"/>
            <a:t>LLM evaluation and CI/CD improvements</a:t>
          </a:r>
          <a:endParaRPr lang="en-US" dirty="0"/>
        </a:p>
      </dgm:t>
    </dgm:pt>
    <dgm:pt modelId="{B2B52440-C6E2-459B-889E-CB4F037EFCDD}" type="parTrans" cxnId="{E9ADA6F8-2EAC-4C6F-BAD7-2E160D1E70CA}">
      <dgm:prSet/>
      <dgm:spPr/>
      <dgm:t>
        <a:bodyPr/>
        <a:lstStyle/>
        <a:p>
          <a:endParaRPr lang="en-US"/>
        </a:p>
      </dgm:t>
    </dgm:pt>
    <dgm:pt modelId="{45CE6A61-654E-4611-968F-0A99C99367F6}" type="sibTrans" cxnId="{E9ADA6F8-2EAC-4C6F-BAD7-2E160D1E70CA}">
      <dgm:prSet/>
      <dgm:spPr/>
      <dgm:t>
        <a:bodyPr/>
        <a:lstStyle/>
        <a:p>
          <a:endParaRPr lang="en-US"/>
        </a:p>
      </dgm:t>
    </dgm:pt>
    <dgm:pt modelId="{053C6E3C-CEA1-42EA-BB21-5B41258C922E}">
      <dgm:prSet/>
      <dgm:spPr/>
      <dgm:t>
        <a:bodyPr/>
        <a:lstStyle/>
        <a:p>
          <a:r>
            <a:rPr lang="en-GB"/>
            <a:t>PII anonymization</a:t>
          </a:r>
          <a:endParaRPr lang="en-US"/>
        </a:p>
      </dgm:t>
    </dgm:pt>
    <dgm:pt modelId="{01911A88-95D0-4543-8BDD-C6B484353BCF}" type="parTrans" cxnId="{69B34C5E-CC84-4F76-8935-E36DA6D80A1E}">
      <dgm:prSet/>
      <dgm:spPr/>
      <dgm:t>
        <a:bodyPr/>
        <a:lstStyle/>
        <a:p>
          <a:endParaRPr lang="en-US"/>
        </a:p>
      </dgm:t>
    </dgm:pt>
    <dgm:pt modelId="{8037C5C6-D8A0-4941-9F51-822D7E69DE24}" type="sibTrans" cxnId="{69B34C5E-CC84-4F76-8935-E36DA6D80A1E}">
      <dgm:prSet/>
      <dgm:spPr/>
      <dgm:t>
        <a:bodyPr/>
        <a:lstStyle/>
        <a:p>
          <a:endParaRPr lang="en-US"/>
        </a:p>
      </dgm:t>
    </dgm:pt>
    <dgm:pt modelId="{6A3AD0D5-7BA7-426E-AC7E-5C48608F7B28}">
      <dgm:prSet/>
      <dgm:spPr/>
      <dgm:t>
        <a:bodyPr/>
        <a:lstStyle/>
        <a:p>
          <a:r>
            <a:rPr lang="en-GB" dirty="0"/>
            <a:t>Cloud deployment</a:t>
          </a:r>
          <a:endParaRPr lang="en-US" dirty="0"/>
        </a:p>
      </dgm:t>
    </dgm:pt>
    <dgm:pt modelId="{8306D71B-E58D-4061-9716-B035F464BC13}" type="parTrans" cxnId="{A43184AC-A231-4E42-9E5B-820DF0945FC6}">
      <dgm:prSet/>
      <dgm:spPr/>
      <dgm:t>
        <a:bodyPr/>
        <a:lstStyle/>
        <a:p>
          <a:endParaRPr lang="en-US"/>
        </a:p>
      </dgm:t>
    </dgm:pt>
    <dgm:pt modelId="{63E5FF80-88D1-4C6E-B081-ACEA0334B7E1}" type="sibTrans" cxnId="{A43184AC-A231-4E42-9E5B-820DF0945FC6}">
      <dgm:prSet/>
      <dgm:spPr/>
      <dgm:t>
        <a:bodyPr/>
        <a:lstStyle/>
        <a:p>
          <a:endParaRPr lang="en-US"/>
        </a:p>
      </dgm:t>
    </dgm:pt>
    <dgm:pt modelId="{B38BBA5B-E483-4A35-8E32-C54036117143}" type="pres">
      <dgm:prSet presAssocID="{4D3C948C-E66D-414C-BEB3-AEA0C648153A}" presName="Name0" presStyleCnt="0">
        <dgm:presLayoutVars>
          <dgm:dir/>
          <dgm:animLvl val="lvl"/>
          <dgm:resizeHandles val="exact"/>
        </dgm:presLayoutVars>
      </dgm:prSet>
      <dgm:spPr/>
    </dgm:pt>
    <dgm:pt modelId="{FA0F9657-217A-4D20-AFF5-5445D7171349}" type="pres">
      <dgm:prSet presAssocID="{31F9F1FB-1201-480E-A769-0940F43F0C9C}" presName="linNode" presStyleCnt="0"/>
      <dgm:spPr/>
    </dgm:pt>
    <dgm:pt modelId="{77B17A45-8A5B-4319-A9FA-04CBE0CA66DC}" type="pres">
      <dgm:prSet presAssocID="{31F9F1FB-1201-480E-A769-0940F43F0C9C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C711DCAF-8B56-4DCC-AD8E-A0E4CA6CFAE4}" type="pres">
      <dgm:prSet presAssocID="{E542083E-7BFF-4CC4-8D17-A58DC996C0DF}" presName="sp" presStyleCnt="0"/>
      <dgm:spPr/>
    </dgm:pt>
    <dgm:pt modelId="{46D1095D-9A2F-4A41-B3BC-FCF95BDE4392}" type="pres">
      <dgm:prSet presAssocID="{85700960-C9C5-41CE-8F36-58CA16E16A12}" presName="linNode" presStyleCnt="0"/>
      <dgm:spPr/>
    </dgm:pt>
    <dgm:pt modelId="{8D72E682-885E-47E2-973F-E42787014F8E}" type="pres">
      <dgm:prSet presAssocID="{85700960-C9C5-41CE-8F36-58CA16E16A12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4DB1FDB-3769-4DB0-AB1E-7715B8470BAE}" type="pres">
      <dgm:prSet presAssocID="{148572BF-BABC-4A7F-B2F1-7859DD497F2C}" presName="sp" presStyleCnt="0"/>
      <dgm:spPr/>
    </dgm:pt>
    <dgm:pt modelId="{5CCF9BCA-34F1-4013-A24D-F92B62946EB5}" type="pres">
      <dgm:prSet presAssocID="{57A331B3-34FD-4DD6-B7AD-1FADDBA2E758}" presName="linNode" presStyleCnt="0"/>
      <dgm:spPr/>
    </dgm:pt>
    <dgm:pt modelId="{71CF4BC9-9956-443F-B492-2AF3FC930284}" type="pres">
      <dgm:prSet presAssocID="{57A331B3-34FD-4DD6-B7AD-1FADDBA2E75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C22AF4B0-7A1B-4079-AE53-53FC6539D259}" type="pres">
      <dgm:prSet presAssocID="{03706114-FDC0-4CD0-9A9F-86B77AD3B671}" presName="sp" presStyleCnt="0"/>
      <dgm:spPr/>
    </dgm:pt>
    <dgm:pt modelId="{59F4FD3D-0893-4C35-A405-C9F64758893A}" type="pres">
      <dgm:prSet presAssocID="{0B2F2995-1F0F-4145-936B-273A157E6E4B}" presName="linNode" presStyleCnt="0"/>
      <dgm:spPr/>
    </dgm:pt>
    <dgm:pt modelId="{342EFBD5-51B5-4290-BBF4-FD304DBF25E7}" type="pres">
      <dgm:prSet presAssocID="{0B2F2995-1F0F-4145-936B-273A157E6E4B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B5F7D53E-0E0B-4D98-833E-A423BD15DACC}" type="pres">
      <dgm:prSet presAssocID="{45CE6A61-654E-4611-968F-0A99C99367F6}" presName="sp" presStyleCnt="0"/>
      <dgm:spPr/>
    </dgm:pt>
    <dgm:pt modelId="{43BD28CC-A07D-42E6-BEED-3924E7FE1554}" type="pres">
      <dgm:prSet presAssocID="{053C6E3C-CEA1-42EA-BB21-5B41258C922E}" presName="linNode" presStyleCnt="0"/>
      <dgm:spPr/>
    </dgm:pt>
    <dgm:pt modelId="{811CDDBB-B3D6-4688-ADB9-EFC2798A7E7C}" type="pres">
      <dgm:prSet presAssocID="{053C6E3C-CEA1-42EA-BB21-5B41258C922E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35DA2A52-91C0-4B53-AAC0-D691B002A392}" type="pres">
      <dgm:prSet presAssocID="{8037C5C6-D8A0-4941-9F51-822D7E69DE24}" presName="sp" presStyleCnt="0"/>
      <dgm:spPr/>
    </dgm:pt>
    <dgm:pt modelId="{7C1080A8-6B52-4F75-B29E-F5A99811E3E0}" type="pres">
      <dgm:prSet presAssocID="{6A3AD0D5-7BA7-426E-AC7E-5C48608F7B28}" presName="linNode" presStyleCnt="0"/>
      <dgm:spPr/>
    </dgm:pt>
    <dgm:pt modelId="{A1BAA370-8926-4925-9523-BEEED9B331A7}" type="pres">
      <dgm:prSet presAssocID="{6A3AD0D5-7BA7-426E-AC7E-5C48608F7B28}" presName="parentText" presStyleLbl="node1" presStyleIdx="5" presStyleCnt="6" custLinFactNeighborY="4380">
        <dgm:presLayoutVars>
          <dgm:chMax val="1"/>
          <dgm:bulletEnabled val="1"/>
        </dgm:presLayoutVars>
      </dgm:prSet>
      <dgm:spPr/>
    </dgm:pt>
  </dgm:ptLst>
  <dgm:cxnLst>
    <dgm:cxn modelId="{2AA5770B-857D-4579-81CB-7A0E1E87AFBB}" srcId="{4D3C948C-E66D-414C-BEB3-AEA0C648153A}" destId="{85700960-C9C5-41CE-8F36-58CA16E16A12}" srcOrd="1" destOrd="0" parTransId="{558E9D58-88F6-49E9-BD1B-AF22CC5D1E89}" sibTransId="{148572BF-BABC-4A7F-B2F1-7859DD497F2C}"/>
    <dgm:cxn modelId="{B4614A0D-2488-4C16-B0E4-E2CC4B10F649}" type="presOf" srcId="{57A331B3-34FD-4DD6-B7AD-1FADDBA2E758}" destId="{71CF4BC9-9956-443F-B492-2AF3FC930284}" srcOrd="0" destOrd="0" presId="urn:microsoft.com/office/officeart/2005/8/layout/vList5"/>
    <dgm:cxn modelId="{840B0D30-9CAB-46DD-816A-3064D6D70E24}" type="presOf" srcId="{0B2F2995-1F0F-4145-936B-273A157E6E4B}" destId="{342EFBD5-51B5-4290-BBF4-FD304DBF25E7}" srcOrd="0" destOrd="0" presId="urn:microsoft.com/office/officeart/2005/8/layout/vList5"/>
    <dgm:cxn modelId="{9594B436-084F-47B6-970F-C780B73B14F0}" srcId="{4D3C948C-E66D-414C-BEB3-AEA0C648153A}" destId="{57A331B3-34FD-4DD6-B7AD-1FADDBA2E758}" srcOrd="2" destOrd="0" parTransId="{E413F44D-20C5-4DBC-B8F3-539C37918EE2}" sibTransId="{03706114-FDC0-4CD0-9A9F-86B77AD3B671}"/>
    <dgm:cxn modelId="{69B34C5E-CC84-4F76-8935-E36DA6D80A1E}" srcId="{4D3C948C-E66D-414C-BEB3-AEA0C648153A}" destId="{053C6E3C-CEA1-42EA-BB21-5B41258C922E}" srcOrd="4" destOrd="0" parTransId="{01911A88-95D0-4543-8BDD-C6B484353BCF}" sibTransId="{8037C5C6-D8A0-4941-9F51-822D7E69DE24}"/>
    <dgm:cxn modelId="{25308E73-C78D-48A5-BA6E-3DF3939D4C69}" type="presOf" srcId="{31F9F1FB-1201-480E-A769-0940F43F0C9C}" destId="{77B17A45-8A5B-4319-A9FA-04CBE0CA66DC}" srcOrd="0" destOrd="0" presId="urn:microsoft.com/office/officeart/2005/8/layout/vList5"/>
    <dgm:cxn modelId="{D882728C-1B08-4228-8C24-87C7D931F627}" type="presOf" srcId="{053C6E3C-CEA1-42EA-BB21-5B41258C922E}" destId="{811CDDBB-B3D6-4688-ADB9-EFC2798A7E7C}" srcOrd="0" destOrd="0" presId="urn:microsoft.com/office/officeart/2005/8/layout/vList5"/>
    <dgm:cxn modelId="{7E697499-EDEB-4A4D-B0F0-AC36ABB600A5}" type="presOf" srcId="{4D3C948C-E66D-414C-BEB3-AEA0C648153A}" destId="{B38BBA5B-E483-4A35-8E32-C54036117143}" srcOrd="0" destOrd="0" presId="urn:microsoft.com/office/officeart/2005/8/layout/vList5"/>
    <dgm:cxn modelId="{A43184AC-A231-4E42-9E5B-820DF0945FC6}" srcId="{4D3C948C-E66D-414C-BEB3-AEA0C648153A}" destId="{6A3AD0D5-7BA7-426E-AC7E-5C48608F7B28}" srcOrd="5" destOrd="0" parTransId="{8306D71B-E58D-4061-9716-B035F464BC13}" sibTransId="{63E5FF80-88D1-4C6E-B081-ACEA0334B7E1}"/>
    <dgm:cxn modelId="{B72495B4-FF30-49F9-84B0-EBCD422E7CEB}" srcId="{4D3C948C-E66D-414C-BEB3-AEA0C648153A}" destId="{31F9F1FB-1201-480E-A769-0940F43F0C9C}" srcOrd="0" destOrd="0" parTransId="{646F8DF5-EFB2-4901-9446-11169A6CE09E}" sibTransId="{E542083E-7BFF-4CC4-8D17-A58DC996C0DF}"/>
    <dgm:cxn modelId="{A88EB9B9-4E79-44D3-8172-9A98B790A66D}" type="presOf" srcId="{6A3AD0D5-7BA7-426E-AC7E-5C48608F7B28}" destId="{A1BAA370-8926-4925-9523-BEEED9B331A7}" srcOrd="0" destOrd="0" presId="urn:microsoft.com/office/officeart/2005/8/layout/vList5"/>
    <dgm:cxn modelId="{CC303DE9-92F2-42FA-AD9C-BF13BC0A890B}" type="presOf" srcId="{85700960-C9C5-41CE-8F36-58CA16E16A12}" destId="{8D72E682-885E-47E2-973F-E42787014F8E}" srcOrd="0" destOrd="0" presId="urn:microsoft.com/office/officeart/2005/8/layout/vList5"/>
    <dgm:cxn modelId="{E9ADA6F8-2EAC-4C6F-BAD7-2E160D1E70CA}" srcId="{4D3C948C-E66D-414C-BEB3-AEA0C648153A}" destId="{0B2F2995-1F0F-4145-936B-273A157E6E4B}" srcOrd="3" destOrd="0" parTransId="{B2B52440-C6E2-459B-889E-CB4F037EFCDD}" sibTransId="{45CE6A61-654E-4611-968F-0A99C99367F6}"/>
    <dgm:cxn modelId="{74AAF11A-89BD-4CCD-BDA8-AA0D2F5AFB9D}" type="presParOf" srcId="{B38BBA5B-E483-4A35-8E32-C54036117143}" destId="{FA0F9657-217A-4D20-AFF5-5445D7171349}" srcOrd="0" destOrd="0" presId="urn:microsoft.com/office/officeart/2005/8/layout/vList5"/>
    <dgm:cxn modelId="{62017F20-37C5-408A-AC27-B4332D0201C7}" type="presParOf" srcId="{FA0F9657-217A-4D20-AFF5-5445D7171349}" destId="{77B17A45-8A5B-4319-A9FA-04CBE0CA66DC}" srcOrd="0" destOrd="0" presId="urn:microsoft.com/office/officeart/2005/8/layout/vList5"/>
    <dgm:cxn modelId="{015E9053-741B-4155-9E25-2D7D0BF1C12F}" type="presParOf" srcId="{B38BBA5B-E483-4A35-8E32-C54036117143}" destId="{C711DCAF-8B56-4DCC-AD8E-A0E4CA6CFAE4}" srcOrd="1" destOrd="0" presId="urn:microsoft.com/office/officeart/2005/8/layout/vList5"/>
    <dgm:cxn modelId="{B5330E6C-EAC8-41DE-B442-A6299941AA09}" type="presParOf" srcId="{B38BBA5B-E483-4A35-8E32-C54036117143}" destId="{46D1095D-9A2F-4A41-B3BC-FCF95BDE4392}" srcOrd="2" destOrd="0" presId="urn:microsoft.com/office/officeart/2005/8/layout/vList5"/>
    <dgm:cxn modelId="{4F0B8C35-6FD4-4066-BC6A-3535E6FFE845}" type="presParOf" srcId="{46D1095D-9A2F-4A41-B3BC-FCF95BDE4392}" destId="{8D72E682-885E-47E2-973F-E42787014F8E}" srcOrd="0" destOrd="0" presId="urn:microsoft.com/office/officeart/2005/8/layout/vList5"/>
    <dgm:cxn modelId="{E1975F87-178C-4601-B5B2-B8E33A15449E}" type="presParOf" srcId="{B38BBA5B-E483-4A35-8E32-C54036117143}" destId="{C4DB1FDB-3769-4DB0-AB1E-7715B8470BAE}" srcOrd="3" destOrd="0" presId="urn:microsoft.com/office/officeart/2005/8/layout/vList5"/>
    <dgm:cxn modelId="{B6924D63-2054-4A39-90A8-ECF9EC6138F7}" type="presParOf" srcId="{B38BBA5B-E483-4A35-8E32-C54036117143}" destId="{5CCF9BCA-34F1-4013-A24D-F92B62946EB5}" srcOrd="4" destOrd="0" presId="urn:microsoft.com/office/officeart/2005/8/layout/vList5"/>
    <dgm:cxn modelId="{90672533-83E3-42E7-8900-AF6C36DC67E9}" type="presParOf" srcId="{5CCF9BCA-34F1-4013-A24D-F92B62946EB5}" destId="{71CF4BC9-9956-443F-B492-2AF3FC930284}" srcOrd="0" destOrd="0" presId="urn:microsoft.com/office/officeart/2005/8/layout/vList5"/>
    <dgm:cxn modelId="{13E55CEC-1245-4D97-8355-3D258E279EB4}" type="presParOf" srcId="{B38BBA5B-E483-4A35-8E32-C54036117143}" destId="{C22AF4B0-7A1B-4079-AE53-53FC6539D259}" srcOrd="5" destOrd="0" presId="urn:microsoft.com/office/officeart/2005/8/layout/vList5"/>
    <dgm:cxn modelId="{C0742606-CCA4-4DD4-BF06-888D8AFB14A1}" type="presParOf" srcId="{B38BBA5B-E483-4A35-8E32-C54036117143}" destId="{59F4FD3D-0893-4C35-A405-C9F64758893A}" srcOrd="6" destOrd="0" presId="urn:microsoft.com/office/officeart/2005/8/layout/vList5"/>
    <dgm:cxn modelId="{89A9FED2-AB2D-49E2-8B6B-54A1CC6D2325}" type="presParOf" srcId="{59F4FD3D-0893-4C35-A405-C9F64758893A}" destId="{342EFBD5-51B5-4290-BBF4-FD304DBF25E7}" srcOrd="0" destOrd="0" presId="urn:microsoft.com/office/officeart/2005/8/layout/vList5"/>
    <dgm:cxn modelId="{D8BBC52F-FFC2-473A-BA46-1D454F282E40}" type="presParOf" srcId="{B38BBA5B-E483-4A35-8E32-C54036117143}" destId="{B5F7D53E-0E0B-4D98-833E-A423BD15DACC}" srcOrd="7" destOrd="0" presId="urn:microsoft.com/office/officeart/2005/8/layout/vList5"/>
    <dgm:cxn modelId="{8F64CDF7-5396-49B3-88F7-AB77FC9D2501}" type="presParOf" srcId="{B38BBA5B-E483-4A35-8E32-C54036117143}" destId="{43BD28CC-A07D-42E6-BEED-3924E7FE1554}" srcOrd="8" destOrd="0" presId="urn:microsoft.com/office/officeart/2005/8/layout/vList5"/>
    <dgm:cxn modelId="{E781D8F5-2809-433C-B230-FFAA4F303C59}" type="presParOf" srcId="{43BD28CC-A07D-42E6-BEED-3924E7FE1554}" destId="{811CDDBB-B3D6-4688-ADB9-EFC2798A7E7C}" srcOrd="0" destOrd="0" presId="urn:microsoft.com/office/officeart/2005/8/layout/vList5"/>
    <dgm:cxn modelId="{4EDFEA84-8586-405B-95D8-201F300CF120}" type="presParOf" srcId="{B38BBA5B-E483-4A35-8E32-C54036117143}" destId="{35DA2A52-91C0-4B53-AAC0-D691B002A392}" srcOrd="9" destOrd="0" presId="urn:microsoft.com/office/officeart/2005/8/layout/vList5"/>
    <dgm:cxn modelId="{764BB78E-3F8C-4F4B-8D6B-7309852E804F}" type="presParOf" srcId="{B38BBA5B-E483-4A35-8E32-C54036117143}" destId="{7C1080A8-6B52-4F75-B29E-F5A99811E3E0}" srcOrd="10" destOrd="0" presId="urn:microsoft.com/office/officeart/2005/8/layout/vList5"/>
    <dgm:cxn modelId="{62CEDB8D-3709-454F-BFA5-44CCA629276F}" type="presParOf" srcId="{7C1080A8-6B52-4F75-B29E-F5A99811E3E0}" destId="{A1BAA370-8926-4925-9523-BEEED9B331A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3425C-674F-4038-9A13-2A271EC48986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C95F6-DEE4-481B-A014-CF6DAE27130F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1. RAG and Chatbot</a:t>
          </a:r>
          <a:endParaRPr lang="en-US" sz="2500" kern="1200"/>
        </a:p>
      </dsp:txBody>
      <dsp:txXfrm>
        <a:off x="569079" y="2427788"/>
        <a:ext cx="2072362" cy="720000"/>
      </dsp:txXfrm>
    </dsp:sp>
    <dsp:sp modelId="{A4196BCB-5B08-4434-BC67-30DDDB84A2DA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73A80-2DCB-4642-BBF2-BD0C67589D23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2. Human in the Loop Agent</a:t>
          </a:r>
          <a:endParaRPr lang="en-US" sz="2500" kern="1200" dirty="0"/>
        </a:p>
      </dsp:txBody>
      <dsp:txXfrm>
        <a:off x="3004105" y="2427788"/>
        <a:ext cx="2072362" cy="720000"/>
      </dsp:txXfrm>
    </dsp:sp>
    <dsp:sp modelId="{6B6B41DB-D370-4969-A2A9-87F6EE7A8166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BF892-598E-4329-898D-42CAB138FD85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3. MCP Server</a:t>
          </a:r>
          <a:endParaRPr lang="en-US" sz="2500" kern="1200"/>
        </a:p>
      </dsp:txBody>
      <dsp:txXfrm>
        <a:off x="5439131" y="2427788"/>
        <a:ext cx="2072362" cy="720000"/>
      </dsp:txXfrm>
    </dsp:sp>
    <dsp:sp modelId="{7EC857A7-0B26-41A3-923D-CBCBA1CBE877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BC3BE-E361-4201-9E23-D7BF137685FE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4. Graphs and Orchestrations</a:t>
          </a:r>
          <a:endParaRPr lang="en-US" sz="2500" kern="1200"/>
        </a:p>
      </dsp:txBody>
      <dsp:txXfrm>
        <a:off x="7874157" y="2427788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F1D7B-326E-4968-9C79-BAFBEE07E06C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57472-A046-436F-BC91-D0F56A7E5DA9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Operates independently, exposing deterministic functions for agents.</a:t>
          </a:r>
          <a:endParaRPr lang="en-US" sz="1500" kern="1200"/>
        </a:p>
      </dsp:txBody>
      <dsp:txXfrm>
        <a:off x="378109" y="2068861"/>
        <a:ext cx="2872305" cy="720000"/>
      </dsp:txXfrm>
    </dsp:sp>
    <dsp:sp modelId="{A8147CCB-C520-458B-837F-9193B884570B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45FDB-FBCA-463C-8CC3-B1282A0958C1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Ensures strict boundary between reasoning and execution.</a:t>
          </a:r>
          <a:endParaRPr lang="en-US" sz="1500" kern="1200"/>
        </a:p>
      </dsp:txBody>
      <dsp:txXfrm>
        <a:off x="3753067" y="2068861"/>
        <a:ext cx="2872305" cy="720000"/>
      </dsp:txXfrm>
    </dsp:sp>
    <dsp:sp modelId="{FFA2EAC0-FB92-4348-8E5A-22DC78EB3BCB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0732A-3E1A-4E1A-9E0F-05419A410FD2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Responsible for writing reservation data in append-only, write-only mode.</a:t>
          </a:r>
          <a:endParaRPr lang="en-US" sz="1500" kern="1200"/>
        </a:p>
      </dsp:txBody>
      <dsp:txXfrm>
        <a:off x="7128025" y="2068861"/>
        <a:ext cx="287230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17A45-8A5B-4319-A9FA-04CBE0CA66DC}">
      <dsp:nvSpPr>
        <dsp:cNvPr id="0" name=""/>
        <dsp:cNvSpPr/>
      </dsp:nvSpPr>
      <dsp:spPr>
        <a:xfrm>
          <a:off x="3364992" y="1195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Database migration to PostgreSQL for production</a:t>
          </a:r>
          <a:endParaRPr lang="en-US" sz="1900" kern="1200" dirty="0"/>
        </a:p>
      </dsp:txBody>
      <dsp:txXfrm>
        <a:off x="3398960" y="35163"/>
        <a:ext cx="3717680" cy="627895"/>
      </dsp:txXfrm>
    </dsp:sp>
    <dsp:sp modelId="{8D72E682-885E-47E2-973F-E42787014F8E}">
      <dsp:nvSpPr>
        <dsp:cNvPr id="0" name=""/>
        <dsp:cNvSpPr/>
      </dsp:nvSpPr>
      <dsp:spPr>
        <a:xfrm>
          <a:off x="3364992" y="73181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Dataset expansion for improved evaluation</a:t>
          </a:r>
          <a:endParaRPr lang="en-US" sz="1900" kern="1200" dirty="0"/>
        </a:p>
      </dsp:txBody>
      <dsp:txXfrm>
        <a:off x="3398960" y="765786"/>
        <a:ext cx="3717680" cy="627895"/>
      </dsp:txXfrm>
    </dsp:sp>
    <dsp:sp modelId="{71CF4BC9-9956-443F-B492-2AF3FC930284}">
      <dsp:nvSpPr>
        <dsp:cNvPr id="0" name=""/>
        <dsp:cNvSpPr/>
      </dsp:nvSpPr>
      <dsp:spPr>
        <a:xfrm>
          <a:off x="3364992" y="1462441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Advanced RAG features: query rewriting, robust evaluation</a:t>
          </a:r>
          <a:endParaRPr lang="en-US" sz="1900" kern="1200" dirty="0"/>
        </a:p>
      </dsp:txBody>
      <dsp:txXfrm>
        <a:off x="3398960" y="1496409"/>
        <a:ext cx="3717680" cy="627895"/>
      </dsp:txXfrm>
    </dsp:sp>
    <dsp:sp modelId="{342EFBD5-51B5-4290-BBF4-FD304DBF25E7}">
      <dsp:nvSpPr>
        <dsp:cNvPr id="0" name=""/>
        <dsp:cNvSpPr/>
      </dsp:nvSpPr>
      <dsp:spPr>
        <a:xfrm>
          <a:off x="3364992" y="2193064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LLM evaluation and CI/CD improvements</a:t>
          </a:r>
          <a:endParaRPr lang="en-US" sz="1900" kern="1200" dirty="0"/>
        </a:p>
      </dsp:txBody>
      <dsp:txXfrm>
        <a:off x="3398960" y="2227032"/>
        <a:ext cx="3717680" cy="627895"/>
      </dsp:txXfrm>
    </dsp:sp>
    <dsp:sp modelId="{811CDDBB-B3D6-4688-ADB9-EFC2798A7E7C}">
      <dsp:nvSpPr>
        <dsp:cNvPr id="0" name=""/>
        <dsp:cNvSpPr/>
      </dsp:nvSpPr>
      <dsp:spPr>
        <a:xfrm>
          <a:off x="3364992" y="292368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PII anonymization</a:t>
          </a:r>
          <a:endParaRPr lang="en-US" sz="1900" kern="1200"/>
        </a:p>
      </dsp:txBody>
      <dsp:txXfrm>
        <a:off x="3398960" y="2957656"/>
        <a:ext cx="3717680" cy="627895"/>
      </dsp:txXfrm>
    </dsp:sp>
    <dsp:sp modelId="{A1BAA370-8926-4925-9523-BEEED9B331A7}">
      <dsp:nvSpPr>
        <dsp:cNvPr id="0" name=""/>
        <dsp:cNvSpPr/>
      </dsp:nvSpPr>
      <dsp:spPr>
        <a:xfrm>
          <a:off x="3364992" y="3655506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Cloud deployment</a:t>
          </a:r>
          <a:endParaRPr lang="en-US" sz="1900" kern="1200" dirty="0"/>
        </a:p>
      </dsp:txBody>
      <dsp:txXfrm>
        <a:off x="3398960" y="3689474"/>
        <a:ext cx="3717680" cy="62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1AB4E-95B6-413F-BC83-3E66278ED56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38D1-284E-4DB4-AC4F-CA05821D4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19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689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082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F238D1-284E-4DB4-AC4F-CA05821D468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0020-A30E-48EB-F81E-4CE18B37A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0E29-D4E5-A8BE-798E-E3730F307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FF5DA-B7D3-89C8-4676-FE2B2FED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2B20-B9D3-4F51-8619-9D473C0EC920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F4373-9061-6A71-73EC-FFFE4BF9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668C-1EE4-5FF8-A15A-F7F1C407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64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D169-1D03-ED23-63BD-9062B2C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2E37C-B4F9-5B32-78E2-03636FB0C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0231A-39E9-4BC6-D728-05FEC4E9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3330F-8EB4-4E00-8830-56BFA989044D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F1124-D6B0-08C0-D90D-03939DCA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C312-F6AC-6CBD-822E-70EE1D33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78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0EE4-343C-30BB-3074-DDB9517D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8D21A-8397-DD93-55A4-DE9326C73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CCE00-CAF4-8C02-1736-B47F556C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579C-EAB8-4E49-855D-E8B00FC6A6DF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2517D-1CC0-65A5-B158-43146975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1D96E-04C4-B5F4-1703-8646C435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20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F4-76F4-EA2B-1421-3E618D36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6ACD-4D2D-8584-A532-034B67F24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06797-63D9-FA01-CAD3-3C3CADBA6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2E088-B40B-6464-08D1-B3A9CB95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70F7-25D0-4EF6-9E0F-C36C8F762A8D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ABAF3-F07F-00AF-560E-233DA3B8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CC08-FEF2-5378-23BE-70A18C61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1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AFDE-E1D6-C3CC-45F1-303E4D22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0F62-C461-39C9-4C87-C075E854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10859-306F-04CF-DA79-D9272D7CE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6F42C-481A-8556-5485-E4553041B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661CC-EE50-F6E0-A807-78D24459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7A174-4158-0C67-CA61-6A07EB09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9D71-F8B6-4A27-A099-FB71C47A9E45}" type="datetime1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C79C3-3A64-109D-A297-5FDC463E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103BDA-E75B-8AC1-DB00-63CAF27E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49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3E60-5194-391A-0178-C9729696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8AD20-4D42-0A0E-3ACF-7C13477E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B057-5C39-482F-A25C-7A0D9A4782E3}" type="datetime1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D1006-4303-BD9B-82C6-1F84A0F7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E90B-808A-E1E6-DB4B-C049EC90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94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D9D38-C3EC-0798-B6FF-DF95249A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B096-DDE2-4DD7-B947-39772C6AFE11}" type="datetime1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7D2CF-3313-9FED-51D7-13416D58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7D78D-1E32-3ACA-AF41-539F6AB5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65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08C8-F3CB-1AD7-F4A9-0214244FC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424D-B79F-499A-F7BC-3CA52085C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6E15-32EC-0F4A-7A08-629501142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C8C4A-1DC3-2438-62A8-409FB843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86F5-4A94-40A5-BC4D-CFE69F8F401C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68795-416D-8105-F7EB-685B7454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AAD29-4CA2-578E-BDF3-F6773039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66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1276-4D98-3EE9-3435-E1EE88EAC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8E42F-01EE-B705-935B-1306C93D9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B6B67-A86A-91CA-A13C-F83A68D20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7BD75-876A-8F98-1F85-F7836E60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B61D-7E2E-4A67-9359-B3D88A6A210A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815AA-9E3C-DA6E-AB78-FDC0E676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06D3A-15A6-FCBC-52F0-F04D794E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3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8D5E-D397-0B84-2ECD-4AC98EF3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31047-8BE3-070C-11CA-4CD66127D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0E185-5AC4-1887-856B-841FA7F6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1AA0B-BCFB-4864-9392-4A7EE5BA9E0B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5A7D-6E2B-D1B8-AF63-130A7AE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F0DF0-B2A5-6402-D609-4EF2F02B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33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B75C3-121F-D882-3E87-0FF186F7E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DFDDB-DDA5-017E-4D03-E644381D0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2FB0F-B2AA-EBA5-D298-0C9C4C89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9F66-6437-4E3E-8F7C-C7A4D4508B06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F77A-D262-11E2-5DBB-763DB701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336CC-AADB-0871-FF87-07E65860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425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85AB-A28E-EC7B-1006-06EF0A434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3BA28-3520-77E2-2383-FDE5CA779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F098-1255-8ED7-24A2-81ABA35E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F8BC-821F-4D2F-A95D-8DE0BAB55E97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FA9A-2907-AAAB-D71E-849B20954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E66AD-F42B-3A78-7245-685F07C4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E694-D085-77F8-01E0-19C4D6D4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B41E-6899-D737-A049-1B9D5E367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8412-D466-7D95-399B-B05DE1F7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F53B6-25B4-477C-9CC9-B1E0B357BB5F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E390C-35D0-1E90-4AEE-EF68A89F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4CCD-9B25-00EB-DDEA-521126AC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38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8E9-28E4-E56F-D588-599390A0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3C529-68D3-0C20-A119-B9EF1489C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D240-7D91-9AEB-3308-FB5378B2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5F01-E22F-44C9-928D-C4396798099C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6A570-BDD4-6B7E-2ED0-261EF780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E473-EF5E-5FBC-4C5F-C9A1F9B8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82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A7A1-EA89-B937-C30C-E843D92B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7F8D9-0629-C537-0589-96214BB24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6E9FF-0F22-0B47-8341-12985AE82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4B9B1-329E-5E41-0934-1D1FC876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B5D5-DCF1-46A0-AAB9-227522842C01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039B7-4B5D-394A-8167-E1A6DCBA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D58ED-547E-FFCC-DA67-E73B238C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027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2DDE-B764-F847-E3FA-B491F1A0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20B2A-08CB-528D-6E18-A72F4AA3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6B3C5-C1E5-844A-3E44-EA6633277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1B6C0-DEFE-6106-CC01-88409EEF2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773CC-0421-FD40-CEA3-A2B3E29AE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C6F56-42FE-98AD-CF1A-934F25F4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34FCA-2BB5-437E-AC49-58B683611164}" type="datetime1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2D11C-D4BF-2475-1D07-60ACFBC2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E47DB-08DF-BA14-EB32-1766E197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808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0D1F-2F06-0F23-474A-6BB7BF4E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FEC16-7943-ABAB-5EC3-2EE8DA19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0A3E6-214F-46E0-8730-A62622F82DA9}" type="datetime1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6C69C-CBD2-71AC-5EDF-B85DB0F7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8475C-5B62-2316-30D7-3331CA28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51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6A4C8-E510-8755-D1A8-CA347B0A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83F5-87B9-486C-8356-7BF3A5A58378}" type="datetime1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39AD0-D5B9-8CB9-D597-BEBAFA03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71DDF-4D9B-B03A-7382-8E1E6372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657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2D29-9502-EA6E-E1E6-8E6239E8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46A4-344C-4517-8354-3C50061C8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576AD-6996-802B-32A4-6204BAC4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D520B-AB28-EF67-9BF2-DBA98F68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697F-0E57-4E42-BF44-2D2B00C5C439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4D82B-C366-0A6D-7A32-05F20E96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0159-CAA9-D396-6F4C-7AC5D4DD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685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990F-FD8D-B4AA-E021-98022491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4D647-1296-38AE-575B-A033D0A34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1093B-B3BE-674C-ED92-F295C50B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D79A-1C6D-BB37-5EFF-04E4C9BA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8E35-7797-479C-B551-59136CBD5955}" type="datetime1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64DEC-BA93-E0AD-D340-A6FA8905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3CAEF-B6FA-7ABE-4F10-631A7897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3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8F8A-867F-31EF-1EE8-2A57EEFC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D6D2C-4F10-AA8C-C2A3-3268C7BBE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109A-AAF0-1491-099E-1582E707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6622A-8183-4174-BBCA-DE790AD7C69A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3A05D-8D99-621B-E45D-B10E43AF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F3DF-CAB7-6BD1-8C83-238BFB11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366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4F9B1-B0EE-A87E-3852-8052146DA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4BDE5-BE7C-2BCB-79DA-BC117672B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3D83C-B6C4-6EBD-864B-C9E185DF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E05FC-ACFB-4BE3-924B-738A551F2342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32DE-04C3-C8F2-0FFE-07B731B1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B5D7-3A02-64C6-EBF1-8DA61744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84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59BC4-320F-6F3F-C150-4480704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A80C-55AB-5139-5F51-F3381C15A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34BD-46C4-B37E-872E-D90E201FC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0F39-F293-4604-874F-461B7A7F4A16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9D331-9F6C-5D42-6BB5-57EFF7190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2F68B-B821-07E6-E623-81215A80A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6D1B0-C968-42CB-B45C-E2732A92E8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5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3F65A-41D4-E814-D883-DC139202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FF370-6A7B-E689-FCBE-A184AFF9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CD0D7-11CC-3726-E5E9-550C8EBA9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924B0-EE0C-4AB8-88D6-F4CBA0E85741}" type="datetime1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4111-AB56-0E49-0053-D779763B2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C52A-B0A8-7A1C-8996-9B1D4F9C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CB30E-43DE-499F-9FE9-FD5D76138F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3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B206C-37A8-E791-42F6-F8D8ACB70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GB" sz="6800" dirty="0"/>
              <a:t>Dude, Where’s My Car?</a:t>
            </a:r>
            <a:br>
              <a:rPr lang="en-GB" sz="6800" dirty="0"/>
            </a:b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Overview</a:t>
            </a:r>
            <a:br>
              <a:rPr lang="en-GB" sz="6800" dirty="0"/>
            </a:br>
            <a:endParaRPr lang="en-GB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93B2E-DCFC-2215-BC3E-DB18972AB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714" y="4619624"/>
            <a:ext cx="9667990" cy="1038225"/>
          </a:xfrm>
        </p:spPr>
        <p:txBody>
          <a:bodyPr>
            <a:normAutofit/>
          </a:bodyPr>
          <a:lstStyle/>
          <a:p>
            <a:pPr algn="r"/>
            <a:r>
              <a:rPr lang="en-GB" sz="1600" dirty="0"/>
              <a:t>Multi-agent system for conversational queries, parking reservations, and human-in-the-loop workflows.</a:t>
            </a:r>
          </a:p>
          <a:p>
            <a:pPr algn="r"/>
            <a:r>
              <a:rPr lang="en-GB" sz="1600" dirty="0"/>
              <a:t>Uses Retrieval-Augmented Generation (RAG) for accurate response</a:t>
            </a:r>
          </a:p>
          <a:p>
            <a:pPr algn="r"/>
            <a:endParaRPr lang="en-GB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E0FE0-B3AE-8EF6-63E0-1DB6E0CA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6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E9712-569F-FD46-6294-C53BDB8F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22" name="TextBox 4">
            <a:extLst>
              <a:ext uri="{FF2B5EF4-FFF2-40B4-BE49-F238E27FC236}">
                <a16:creationId xmlns:a16="http://schemas.microsoft.com/office/drawing/2014/main" id="{612BEA8E-6506-8459-A1EE-157D20A26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5829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8BBD8-6A21-B38D-724D-D912B6BC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6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DC63-029B-7FEB-358A-D60A28D6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I</a:t>
            </a:r>
            <a:r>
              <a:rPr lang="en-GB" sz="3200"/>
              <a:t>ntroduction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FD9F-CE98-96CB-8B71-C9DCEF99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n-GB" sz="2000"/>
              <a:t>The project addresses complex conversational and reservation workflows in a futuristic setting</a:t>
            </a:r>
          </a:p>
          <a:p>
            <a:r>
              <a:rPr lang="en-GB" sz="2000"/>
              <a:t>Key technologies: RAG, agent orchestration, HITL, MCP server.</a:t>
            </a:r>
          </a:p>
          <a:p>
            <a:r>
              <a:rPr lang="en-GB" sz="2000"/>
              <a:t>Designed for modularity, extensibility, and cost control.</a:t>
            </a:r>
          </a:p>
          <a:p>
            <a:endParaRPr lang="en-GB" sz="200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22FFD5FE-FC62-9D77-E2B6-49A6A833A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780" y="771753"/>
            <a:ext cx="5316095" cy="53160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E4427-01B6-0814-125E-BCC2039F8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608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F6C25-28BF-26D9-0732-DC04B9C2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EFEF-B497-E954-DB19-4E168EEC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B825-BDA0-FA60-5591-5E092CF6B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700"/>
              <a:t>Router agent is the primary entry point, analysing user intent.</a:t>
            </a:r>
          </a:p>
          <a:p>
            <a:r>
              <a:rPr lang="en-GB" sz="1700"/>
              <a:t>RAG engine indexes static markdown and dynamic data for accurate answers.</a:t>
            </a:r>
          </a:p>
          <a:p>
            <a:r>
              <a:rPr lang="en-GB" sz="1700"/>
              <a:t>Guardrails block prompt injection, off-topic, or PII reque</a:t>
            </a:r>
          </a:p>
          <a:p>
            <a:pPr marL="0" indent="0">
              <a:buNone/>
            </a:pPr>
            <a:endParaRPr lang="en-GB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C5323-961F-0796-8794-28FCC12C3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312" y="2871044"/>
            <a:ext cx="10613077" cy="32636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EC46-5D1B-5226-F1FA-5D0D43B1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39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0E716-3700-F00A-0DEF-A55EF7D7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 Guardrails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A9A0-28EB-0AF4-715B-1150742BD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GB" sz="1800" dirty="0"/>
              <a:t>Guardrails module activates on prompt injection or PII requests.</a:t>
            </a:r>
          </a:p>
          <a:p>
            <a:r>
              <a:rPr lang="en-GB" sz="1800" dirty="0"/>
              <a:t>Ensures user safety and compliance.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ADA16-FD7B-D8C6-A1D5-8B36D3A02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" y="2871044"/>
            <a:ext cx="11164824" cy="320988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E01111-30EA-D4C7-B598-54BB4751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9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3DE0B-93BB-4779-02DA-FBDD6074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AA36D-0139-4AB1-5573-9E48CCE3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en-GB" sz="3200" dirty="0"/>
              <a:t>RAG and Chatbot Reservation Agent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F9BA-D948-4F73-94E1-A2AD5AE2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r>
              <a:rPr lang="en-GB" sz="1800" dirty="0"/>
              <a:t>Handles booking requests, gathers vehicle details and dates.</a:t>
            </a:r>
          </a:p>
          <a:p>
            <a:r>
              <a:rPr lang="en-GB" sz="1800" dirty="0"/>
              <a:t>Utilizes MCP tools for availability and reservation creation.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CD22A2-A099-25E2-F6D7-C6A583E7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" r="5629" b="-1"/>
          <a:stretch>
            <a:fillRect/>
          </a:stretch>
        </p:blipFill>
        <p:spPr>
          <a:xfrm>
            <a:off x="671099" y="2731168"/>
            <a:ext cx="11050764" cy="34485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BA42C-3162-40A5-54C6-2D0786B0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42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28BC1-4CDD-B8BD-CCCD-9320E80B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latin typeface="+mj-lt"/>
                <a:cs typeface="+mj-cs"/>
              </a:rPr>
              <a:t>Human in the Loop Agent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CF1390-7531-65FC-C9F0-E704550CC415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HITL agent manages reservations requiring manual approval.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Workflow pauses for admin decision before proceeding.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C53A70-C04F-5809-C05C-2ED4AF5F8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1505966"/>
            <a:ext cx="4397433" cy="67060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F5CC87-E2FF-F46F-9DC5-2859FA3C8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4555187"/>
            <a:ext cx="4395569" cy="82416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8DA054C-3DDD-E75B-1C67-FEFC9FE4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38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12F2F-B484-827F-3960-C2FF62DD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MCP Server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0CA3B3-8FDB-3396-4E56-935AE7D57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37948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3216D-16A9-2C85-7151-15B3C40D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7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5D21B-4AE1-A90D-2F7D-60460F33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GB" sz="3200">
                <a:solidFill>
                  <a:srgbClr val="FFFFFF"/>
                </a:solidFill>
              </a:rPr>
              <a:t>Graphs and Orchestrations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7A0E-A839-ABC8-A0DF-1F0D0701F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rgbClr val="FFFFFF"/>
                </a:solidFill>
              </a:rPr>
              <a:t>System utilizes a (Lang)graph-based state machine for agent coordination</a:t>
            </a:r>
          </a:p>
          <a:p>
            <a:r>
              <a:rPr lang="en-GB" sz="2000" dirty="0">
                <a:solidFill>
                  <a:srgbClr val="FFFFFF"/>
                </a:solidFill>
              </a:rPr>
              <a:t>Nodes and edges define workflow logic and maintain conversation history.</a:t>
            </a:r>
          </a:p>
          <a:p>
            <a:endParaRPr lang="en-GB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endParaRPr lang="en-GB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6B097-571A-A680-52A0-BE27F223B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665" y="1828800"/>
            <a:ext cx="6767119" cy="36880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E4EE-BA98-3F9F-1E18-04425432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4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B0B1F-9967-F9E0-086F-874D07CF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latin typeface="+mj-lt"/>
                <a:cs typeface="+mj-cs"/>
              </a:rPr>
              <a:t>Evaluation</a:t>
            </a:r>
            <a:endParaRPr lang="en-US" sz="3200" dirty="0">
              <a:solidFill>
                <a:srgbClr val="FFFFFF"/>
              </a:solidFill>
              <a:latin typeface="+mj-lt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8430E-7131-BCEE-B35A-A3445ED1B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2226" y="5600706"/>
            <a:ext cx="3553475" cy="934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1800">
                <a:solidFill>
                  <a:srgbClr val="FFFFFF"/>
                </a:solidFill>
                <a:latin typeface="+mn-lt"/>
                <a:cs typeface="+mn-cs"/>
              </a:rPr>
              <a:t>Load Testing (Locust)</a:t>
            </a:r>
            <a:endParaRPr lang="en-US" sz="1800" dirty="0">
              <a:solidFill>
                <a:srgbClr val="FFFFFF"/>
              </a:solidFill>
              <a:latin typeface="+mn-lt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63A9F-1C21-E3C9-F7FE-3DA98FEA4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537309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C4FB04-99AC-5EEA-651E-08484757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6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B1B07-78DC-322A-C2ED-BC9D30D0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783" y="1306391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Evaluation</a:t>
            </a:r>
            <a:b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RAG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43724FD-3400-EF88-641F-C6326E256FB9}"/>
              </a:ext>
            </a:extLst>
          </p:cNvPr>
          <p:cNvSpPr txBox="1"/>
          <p:nvPr/>
        </p:nvSpPr>
        <p:spPr>
          <a:xfrm>
            <a:off x="804672" y="2827419"/>
            <a:ext cx="5126896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RAG evaluation metrics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Recall@k: 0.47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Precision@k: 0.16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MRR: 0.47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Road to improvement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Better </a:t>
            </a:r>
            <a:r>
              <a:rPr lang="en-US" sz="1500" i="1">
                <a:solidFill>
                  <a:schemeClr val="tx2"/>
                </a:solidFill>
              </a:rPr>
              <a:t>golden dataset</a:t>
            </a:r>
            <a:endParaRPr lang="en-US" sz="1500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Router logic accouted for or eliminated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Judge LLM of higher quality (e.g. haiku -&gt; sonnet)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Better fuzzy matching for dynamic dataset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126A8A-A81B-6487-AD8F-64D866DEE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8" y="3752721"/>
            <a:ext cx="4954693" cy="138731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6FE97-86E7-0B28-4E42-9E557C0D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00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2F5DC3-0419-77E2-D787-55F66C8093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56" b="31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173E2-A112-1B8B-83AC-E73B616D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Future work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FB652-8FCC-B9FD-52F7-F38ADC4E6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6881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0375-952F-196E-271C-80950BE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6D1B0-C968-42CB-B45C-E2732A92E83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4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356</Words>
  <Application>Microsoft Office PowerPoint</Application>
  <PresentationFormat>Widescreen</PresentationFormat>
  <Paragraphs>72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Segoe UI</vt:lpstr>
      <vt:lpstr>Office Theme</vt:lpstr>
      <vt:lpstr>Custom Design</vt:lpstr>
      <vt:lpstr>Dude, Where’s My Car? Project Overview </vt:lpstr>
      <vt:lpstr>Table of Contents</vt:lpstr>
      <vt:lpstr>Introduction</vt:lpstr>
      <vt:lpstr>RAG and Chatbot</vt:lpstr>
      <vt:lpstr>RAG and Chatbot Guardrails</vt:lpstr>
      <vt:lpstr>RAG and Chatbot Reservation Agent</vt:lpstr>
      <vt:lpstr>Human in the Loop Agent</vt:lpstr>
      <vt:lpstr>MCP Server</vt:lpstr>
      <vt:lpstr>Graphs and Orchestrations</vt:lpstr>
      <vt:lpstr>Evaluation</vt:lpstr>
      <vt:lpstr>Evaluation RAG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Perkovic</dc:creator>
  <cp:lastModifiedBy>Luka Perkovic</cp:lastModifiedBy>
  <cp:revision>37</cp:revision>
  <dcterms:created xsi:type="dcterms:W3CDTF">2026-05-11T12:51:24Z</dcterms:created>
  <dcterms:modified xsi:type="dcterms:W3CDTF">2026-05-11T14:35:43Z</dcterms:modified>
</cp:coreProperties>
</file>